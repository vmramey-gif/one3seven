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Verb-test critical: call it wage EXPOSURE / records-based ARITHMETIC / attorney work-product. Never “damages we calculated” or “what the case is worth.” Three hard guards: jurisdiction (CA only), tier (premium only), preview (hidden). This feature is counsel-gated — confirm final wording with the attorney before it ships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Surge is $1,490 PER MONTH billed annually (not per year). Enterprise is custom. The wage-exposure estimate is gated to a premium tier (practice_plus/firm_plus/enterprise in code) that is not yet wired into public pricing — present it as “premium, being finalized,” and confirm the exact tier + price before quoting.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FIRMS · THE PRODUCT, IN DETAIL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packet,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by section.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firm actually opens — the timeline, the extracted facts, the wage-exposure estimate, and what each tier includes.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FIRM RECEIVES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source-linked packet. Eleven sections.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231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snapshot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79806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who + what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2286000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24231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needs review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81728" y="279806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 sequence, stated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29016" y="2286000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24231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Extracted from documents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03336" y="279806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facts + key quotes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419856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5701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overview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931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Employer, dates, key people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419856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55701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for review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81728" y="3931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events, each source-linked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9016" y="3419856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355701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questions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03336" y="3931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ask, ready to go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53712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908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records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50657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supporting docs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4553712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46908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vs. reported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81728" y="50657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of every fact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29016" y="4553712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03336" y="46908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to confirm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03336" y="50657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flagged, not hidden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5687568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82472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Wage-exposure estimate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0120" y="619963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Records-based arithmetic · premium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07408" y="5687568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582472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prompts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81728" y="619963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missing, so it self-completes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29016" y="5687568"/>
            <a:ext cx="3401568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3336" y="582472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 review options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03336" y="619963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request · schedule · decline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· HOW TO READ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dated sequence — every fact linked to its source.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61264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606040"/>
            <a:ext cx="0" cy="3154680"/>
          </a:xfrm>
          <a:prstGeom prst="line">
            <a:avLst/>
          </a:prstGeom>
          <a:noFill/>
          <a:ln w="25400">
            <a:solidFill>
              <a:srgbClr val="4257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697480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26, 2025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0" y="2916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HR complaint filed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3264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HR_Complaint_Nov2025.pdf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34440" y="3867912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7,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45920" y="4087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warning issued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0" y="44348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2E6C9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434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days after complaint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WrittenWarning_Dec2025.pdf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34440" y="5038344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4992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10,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4592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terminated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45920" y="560527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2E6C9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5605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days after complaint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5605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TerminationLetter_Jan2026.pdf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697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is the story — read top to bottom.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3566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intervals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chip shows each event’s distance from the complaint — the pattern you evaluate.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0" y="4434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Source-linked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links to the exact document. Click to verify the original.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0" y="5303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concluded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organized and reflected — one3seven does not tell you what it means.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DOCUMENTS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facts, pulled straight from the records.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surfaces what the documents actually say — with the source beside it. It extracts; it does not interpret.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0835640" cy="694944"/>
          </a:xfrm>
          <a:prstGeom prst="roundRect">
            <a:avLst>
              <a:gd name="adj" fmla="val 157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511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574E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37744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facts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2377440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topic + date · HR response · warning reason + date · termination reason +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63824"/>
            <a:ext cx="10835640" cy="694944"/>
          </a:xfrm>
          <a:prstGeom prst="roundRect">
            <a:avLst>
              <a:gd name="adj" fmla="val 157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16382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document language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163824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verbatim quotes — each tied to the file it came from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50208"/>
            <a:ext cx="10835640" cy="694944"/>
          </a:xfrm>
          <a:prstGeom prst="roundRect">
            <a:avLst>
              <a:gd name="adj" fmla="val 157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239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95020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intervals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95020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gaps between dated events (e.g., “11 days after complaint”)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736592"/>
            <a:ext cx="10835640" cy="694944"/>
          </a:xfrm>
          <a:prstGeom prst="roundRect">
            <a:avLst>
              <a:gd name="adj" fmla="val 157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9103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574E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73659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Corroboration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473659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coworker statement independently confirms, when present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522976"/>
            <a:ext cx="10835640" cy="694944"/>
          </a:xfrm>
          <a:prstGeom prst="roundRect">
            <a:avLst>
              <a:gd name="adj" fmla="val 157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696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574E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552297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for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5522976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overtime hours recorded without a matching rate — “review required”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vs. worker-reported — always labeled.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surfaced item is tagged by where it came from, so an attorney never has to guess what’s backed by a document and what’s only stated.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2733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43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complaint occurred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0372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available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01568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27332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4015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responded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34015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Employer communication available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059936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2733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5993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changed after complaint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405993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Worker-reported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718304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27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183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discrepancy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47183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Payroll records available — not yet calculated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376672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2733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3766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documented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5376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Termination letter available — stated reason included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WAGE EXPOSURE · PREMIUM TIER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from the records — never a legal opinion.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852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WAGE-EXPOSURE ESTIMATE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logged (per timecard.pdf)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with a matching overtime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5780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WITHOUT a matching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51560" y="4434840"/>
            <a:ext cx="5120640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Records-based arithmetic only — flagged for the attorney to calculate and verify.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SAFE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6974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from uploaded records only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work-product — not legal advice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wage rules only (jurisdiction-gated)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preview + on ineligible tiers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Partial-data warnings when records are incomplete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does not assess legal exposure, claim viability, statute of limitations, or recoverable damages.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· WHAT EACH INCLUDES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 is on every tier. Volume is the difference.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3520440"/>
            <a:ext cx="276148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576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intakes / mo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seats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processing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233172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269748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$549</a:t>
            </a:r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718304" y="3520440"/>
            <a:ext cx="2761488" cy="0"/>
          </a:xfrm>
          <a:prstGeom prst="line">
            <a:avLst/>
          </a:prstGeom>
          <a:noFill/>
          <a:ln w="12700">
            <a:solidFill>
              <a:srgbClr val="344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6576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intakes / mo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seats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0728" y="2148840"/>
            <a:ext cx="3401568" cy="251460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33172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$1,490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 · annual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430768" y="3520440"/>
            <a:ext cx="276148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3657600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intakes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7223760" cy="1234440"/>
          </a:xfrm>
          <a:prstGeom prst="roundRect">
            <a:avLst>
              <a:gd name="adj" fmla="val 8889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920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tier:  </a:t>
            </a:r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organized, source-linked packet — timeline, extracted facts, provenance, priority questions, completion prompts. Core value is never gated behind price.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489204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8920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add-on
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wage exposure — Firm+ / Enterprise (tier being finalized).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10896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attorney needs.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they don’t.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931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source-linked timeline, the extracted facts with provenance, and a records-based exposure estimate — organized before the first call, and never concluded.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5120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  ·  /for-firms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Firm features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2026-07-15T17:04:14Z</dcterms:created>
  <dcterms:modified xsi:type="dcterms:W3CDTF">2026-07-15T17:04:14Z</dcterms:modified>
</cp:coreProperties>
</file>