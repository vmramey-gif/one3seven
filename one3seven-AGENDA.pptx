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217920" cy="621792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383280"/>
            <a:ext cx="3657600" cy="3657600"/>
          </a:xfrm>
          <a:prstGeom prst="ellipse">
            <a:avLst/>
          </a:prstGeom>
          <a:solidFill>
            <a:srgbClr val="3C4E4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· INVESTOR &amp; PARTNER MEETING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minutes · five decks · one story — from the problem to the raise.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“Judgment deserves an organized record.”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one3seven.com   ·   victoria@one3seven.com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90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 of show.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438912"/>
          </a:xfrm>
          <a:prstGeom prst="roundRect">
            <a:avLst>
              <a:gd name="adj" fmla="val 14583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56816"/>
            <a:ext cx="274320" cy="27432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&amp; introductions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0" y="18745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10835640" cy="438912"/>
          </a:xfrm>
          <a:prstGeom prst="roundRect">
            <a:avLst>
              <a:gd name="adj" fmla="val 14583"/>
            </a:avLst>
          </a:prstGeom>
          <a:solidFill>
            <a:srgbClr val="FBFBFA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2459736"/>
            <a:ext cx="274320" cy="27432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2459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the product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0" y="23774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32520" y="23774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880360"/>
            <a:ext cx="10835640" cy="438912"/>
          </a:xfrm>
          <a:prstGeom prst="roundRect">
            <a:avLst>
              <a:gd name="adj" fmla="val 14583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962656"/>
            <a:ext cx="274320" cy="27432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288036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works — the moat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0" y="28803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32520" y="28803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3383280"/>
            <a:ext cx="10835640" cy="438912"/>
          </a:xfrm>
          <a:prstGeom prst="roundRect">
            <a:avLst>
              <a:gd name="adj" fmla="val 14583"/>
            </a:avLst>
          </a:prstGeom>
          <a:solidFill>
            <a:srgbClr val="FBFBFA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" y="3465576"/>
            <a:ext cx="274320" cy="27432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" y="3465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338328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 &amp; business model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315200" y="33832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32520" y="33832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3886200"/>
            <a:ext cx="10835640" cy="438912"/>
          </a:xfrm>
          <a:prstGeom prst="roundRect">
            <a:avLst>
              <a:gd name="adj" fmla="val 14583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" y="3968496"/>
            <a:ext cx="274320" cy="27432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80160" y="388620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ahead — phases &amp; gates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315200" y="38862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32520" y="38862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" y="4389120"/>
            <a:ext cx="10835640" cy="438912"/>
          </a:xfrm>
          <a:prstGeom prst="roundRect">
            <a:avLst>
              <a:gd name="adj" fmla="val 14583"/>
            </a:avLst>
          </a:prstGeom>
          <a:solidFill>
            <a:srgbClr val="FBFBFA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" y="4471416"/>
            <a:ext cx="274320" cy="27432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80160" y="438912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economics — billing &amp; unit econ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315200" y="4389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32520" y="43891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" y="4892040"/>
            <a:ext cx="10835640" cy="438912"/>
          </a:xfrm>
          <a:prstGeom prst="roundRect">
            <a:avLst>
              <a:gd name="adj" fmla="val 14583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0392" y="4974336"/>
            <a:ext cx="274320" cy="27432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" y="4974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280160" y="489204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mandatory immediate hires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315200" y="48920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732520" y="48920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5800" y="5394960"/>
            <a:ext cx="10835640" cy="438912"/>
          </a:xfrm>
          <a:prstGeom prst="roundRect">
            <a:avLst>
              <a:gd name="adj" fmla="val 14583"/>
            </a:avLst>
          </a:prstGeom>
          <a:solidFill>
            <a:srgbClr val="FBFBFA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" y="5477256"/>
            <a:ext cx="274320" cy="27432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" y="5477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80160" y="539496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raise — valuation &amp; the ask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7315200" y="53949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732520" y="53949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5800" y="5897880"/>
            <a:ext cx="10835640" cy="438912"/>
          </a:xfrm>
          <a:prstGeom prst="roundRect">
            <a:avLst>
              <a:gd name="adj" fmla="val 14583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0392" y="5980176"/>
            <a:ext cx="274320" cy="27432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53" name="Text 51"/>
          <p:cNvSpPr/>
          <p:nvPr/>
        </p:nvSpPr>
        <p:spPr>
          <a:xfrm>
            <a:off x="850392" y="5980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280160" y="5897880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&amp; next steps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7315200" y="58978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85800" y="644652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in share order: MASTER · AI ARCHITECTURE · JOURNEY · BILLING · ORG (return to MASTER for the ask).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one3seven</dc:creator>
  <cp:lastModifiedBy>one3seven</cp:lastModifiedBy>
  <cp:revision>1</cp:revision>
  <dcterms:created xsi:type="dcterms:W3CDTF">2026-07-16T22:05:29Z</dcterms:created>
  <dcterms:modified xsi:type="dcterms:W3CDTF">2026-07-16T22:05:29Z</dcterms:modified>
</cp:coreProperties>
</file>