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463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TECHNOLOGY, IN DETAIL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one3seven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actually works.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· the dictionary · every guardrail that keeps it safe.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at organizing. Engineered to never conclude.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Anthropic’s Claude — constrained by design.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51460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extract-document-facts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3200400"/>
            <a:ext cx="2852928" cy="0"/>
          </a:xfrm>
          <a:prstGeom prst="line">
            <a:avLst/>
          </a:prstGeom>
          <a:noFill/>
          <a:ln w="12700">
            <a:solidFill>
              <a:srgbClr val="344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337560"/>
            <a:ext cx="2898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each uploaded document (as a PDF) and pulls structured facts — with the source location beside every 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228600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51460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get-intake-intelligence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1728" y="3200400"/>
            <a:ext cx="2852928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3337560"/>
            <a:ext cx="2898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those facts into the timeline, key quotes, timing intervals, and review flags the firm sees.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9016" y="228600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251460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chat-assistant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03336" y="3200400"/>
            <a:ext cx="2852928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3337560"/>
            <a:ext cx="2898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“Ask one3seven AI” — hardcoded system prompt, forbidden from legal conclusions.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Supabase edge functions. The model organizes and extracts — it is never asked to decide the matter.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shoebox of files to a source-linked record.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56032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834640"/>
            <a:ext cx="548640" cy="54864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56616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uploads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4206240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Texts, pay stubs, emails, photos — as they are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256032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834640"/>
            <a:ext cx="548640" cy="54864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56616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extracts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03320" y="4206240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 pulled from each document, with its source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72200" y="256032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56616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synthesized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46520" y="4206240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key quotes, timing, and flags assembled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4108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15400" y="256032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834640"/>
            <a:ext cx="548640" cy="54864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356616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Source-linked packet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89720" y="4206240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clickable back to the exact document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and reflect. Never conclude.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468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policy on a wall — it is enforced in the code, at every layer. The AI’s own instructions say, verbatim: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10835640" cy="2194560"/>
          </a:xfrm>
          <a:prstGeom prst="roundRect">
            <a:avLst>
              <a:gd name="adj" fmla="val 5833"/>
            </a:avLst>
          </a:prstGeom>
          <a:solidFill>
            <a:srgbClr val="27332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429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❯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do not give legal advice.”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886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❯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do not assess whether any worker has a claim.”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4343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❯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do not evaluate case strength.”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❯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“one3seven organizes and reflects. It never concludes.”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DICTIONARY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banned vocabulary — words the AI can never output.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scanner checks every piece of generated text before it reaches a worker, firm, or rep. If any of these appear, it is caught: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violation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24231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owes / owed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24231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entitled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97696" y="24231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4856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liable / liability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172968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72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strong case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56432" y="3172968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3172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weak case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7064" y="3172968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3172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valid claim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97696" y="3172968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4856" y="3172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invalid claim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922776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227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“you have a case”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56432" y="3922776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39227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“you have a claim”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27064" y="3922776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39227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guarantee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97696" y="3922776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F3E7E7"/>
          </a:solidFill>
          <a:ln w="12700">
            <a:solidFill>
              <a:srgbClr val="E4CF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34856" y="39227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damages (as a conclusion)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on word boundaries — “reliable” never trips “liable.” The scanner is pure and deterministic, so it also runs as an automated test in CI.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TRANSLATION LAYER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flags → worker-safe language.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neutral internal wording is softened before a worker sees it — so no one is ever alarmed or given a conclusion.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10835640" cy="530352"/>
          </a:xfrm>
          <a:prstGeom prst="roundRect">
            <a:avLst>
              <a:gd name="adj" fmla="val 206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“violation”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09160" y="23774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49240" y="237744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for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99232"/>
            <a:ext cx="10835640" cy="530352"/>
          </a:xfrm>
          <a:prstGeom prst="roundRect">
            <a:avLst>
              <a:gd name="adj" fmla="val 206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992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“illegal”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299923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299923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621024"/>
            <a:ext cx="10835640" cy="530352"/>
          </a:xfrm>
          <a:prstGeom prst="roundRect">
            <a:avLst>
              <a:gd name="adj" fmla="val 206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210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“strong claim”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9240" y="362102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for 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242816"/>
            <a:ext cx="10835640" cy="530352"/>
          </a:xfrm>
          <a:prstGeom prst="roundRect">
            <a:avLst>
              <a:gd name="adj" fmla="val 206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428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“smoking gun”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09160" y="424281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4242816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record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864608"/>
            <a:ext cx="10835640" cy="530352"/>
          </a:xfrm>
          <a:prstGeom prst="roundRect">
            <a:avLst>
              <a:gd name="adj" fmla="val 206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8646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“AI detected”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486460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486460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records show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486400"/>
            <a:ext cx="10835640" cy="530352"/>
          </a:xfrm>
          <a:prstGeom prst="roundRect">
            <a:avLst>
              <a:gd name="adj" fmla="val 206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486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“attorney should confirm”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09160" y="548640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548640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source records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 stand between the AI and a conclusion.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27332E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" y="260604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8163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instructed, verbatim, never to advise or conclude.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228600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27332E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260604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Banned-vocabulary scanner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28163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 is checked against the dictionary — at runtime and in tests.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2733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1832" y="388620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Worker-safe softening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0965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flags are translated to neutral language before a worker sees them.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56616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2733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388620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Source-linking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40965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surfaced fact must trace to a document — nothing is asserted freely.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84632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27332E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" y="516636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Wage-exposure triple gate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3766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+ tier + preview gates keep the estimate off any ineligible surface.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484632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27332E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516636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9516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verb-test in CI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53766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test blocks banned copy from ever merging.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traces to its document. No black box.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6400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9, 2024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Concern raised with HR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51560" y="338328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F7F9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383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“…writing to formally raise concerns about overtime hours and missed meal breaks…”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389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 Source: hr-complaint.pdf · p.1 · view 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37744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  </a:t>
            </a:r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never has to trust a summary — they click to the original. It also answers California’s AB 316, which removes the “the AI acted on its own” defense: traceable, source-linked output is exactly what protects the deploying attorney.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REMARKABLE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at organizing.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to never conclude.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852928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27889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restraint is enforced in code — a dictionary, a scanner, a softener, and gates — not a promise.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602736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538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is source-linked and auditable. Nothing is a black box.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352544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352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2885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layers must all fail for a legal conclusion to escape.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102352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02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03834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Anthropic’s Claude, but deliberately constrained — the reason a firm can adopt AI without the UPL risk.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How the AI works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2026-07-16T17:09:52Z</dcterms:created>
  <dcterms:modified xsi:type="dcterms:W3CDTF">2026-07-16T17:09:52Z</dcterms:modified>
</cp:coreProperties>
</file>